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7C7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· 2026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AegisIQ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7C7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Shield · SIEM &amp; SOAR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resource-efficient Security Information &amp; Event Management platform with automated response, multi-factor auth, at-rest encryption, Sigma detections and a pluggable event store.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947318" cy="40233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5212080"/>
            <a:ext cx="9473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42262" y="5212080"/>
            <a:ext cx="1046074" cy="40233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2262" y="5212080"/>
            <a:ext cx="104607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4640" y="5212080"/>
            <a:ext cx="1441094" cy="40233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34640" y="5212080"/>
            <a:ext cx="14410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22038" y="5212080"/>
            <a:ext cx="1441094" cy="40233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22038" y="5212080"/>
            <a:ext cx="14410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09437" y="5212080"/>
            <a:ext cx="1243584" cy="40233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09437" y="5212080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Chain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99325" y="5212080"/>
            <a:ext cx="1046074" cy="40233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99325" y="5212080"/>
            <a:ext cx="104607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MFA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91702" y="5212080"/>
            <a:ext cx="1342339" cy="40233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91702" y="5212080"/>
            <a:ext cx="13423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080346" y="5212080"/>
            <a:ext cx="749808" cy="40233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80346" y="5212080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779008"/>
            <a:ext cx="2527402" cy="40233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779008"/>
            <a:ext cx="25274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/ ClickHouse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v2.4  ·  8 detection rules + 140 threat signatures + Sigma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7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modern SIEM stack is too heavy for the places that need it most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53384" cy="2651760"/>
          </a:xfrm>
          <a:prstGeom prst="roundRect">
            <a:avLst>
              <a:gd name="adj" fmla="val 3103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286000"/>
            <a:ext cx="2904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3–4 GB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2904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RAM for Wazuh + Elasticsearch + Kibana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67784" y="1920240"/>
            <a:ext cx="3453384" cy="2651760"/>
          </a:xfrm>
          <a:prstGeom prst="roundRect">
            <a:avLst>
              <a:gd name="adj" fmla="val 3103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42104" y="2286000"/>
            <a:ext cx="2904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2 GB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4642104" y="3383280"/>
            <a:ext cx="2904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 most edge / lab / classroom hosts must fit under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86928" y="1920240"/>
            <a:ext cx="3453384" cy="2651760"/>
          </a:xfrm>
          <a:prstGeom prst="roundRect">
            <a:avLst>
              <a:gd name="adj" fmla="val 3103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61248" y="2286000"/>
            <a:ext cx="2904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7C7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M+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8461248" y="3383280"/>
            <a:ext cx="2904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events per year from just 20 modest Linux servers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937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AegisIQ preserves every architectural layer of a real SIEM — and runs the whole stack at ≈ 380 MB.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7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objectives — all measured, none asserted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20824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7C7E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92808"/>
            <a:ext cx="4402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parity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03704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architectural layer of a real SIEM present and operational.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7356" y="178308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8524" y="2020824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7C7E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8524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54596" y="1892808"/>
            <a:ext cx="4402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efficiency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54596" y="2203704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under 2 GB RAM on a lab VM or edge device.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07792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145536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7C7E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145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017520"/>
            <a:ext cx="4402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detection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328416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rules + 140 threat signatures + Sigma, each tested.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7356" y="2907792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8524" y="3145536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7C7E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78524" y="3145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54596" y="3017520"/>
            <a:ext cx="4402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54596" y="3328416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fabricate data. If it is not implemented, say so.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032504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4270248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7C7EF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142232"/>
            <a:ext cx="4402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response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445312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+ record + optionally dispatch containment per alert.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77356" y="4032504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78524" y="4270248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7C7EF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78524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054596" y="4142232"/>
            <a:ext cx="4402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mapping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054596" y="445312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tagged MITRE ATT&amp;CK + Cyber Kill Chain.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157216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" y="539496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7C7EF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49808" y="5394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325880" y="5266944"/>
            <a:ext cx="4402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325880" y="5577840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(TOTP), AES-256-GCM at rest, standards mapping.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77356" y="5157216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78524" y="539496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7C7EF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78524" y="5394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7054596" y="5266944"/>
            <a:ext cx="4402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validation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7054596" y="5577840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8-phase Kali → Ubuntu drill, all rules fire.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7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five-layer SIEM model — plus a pluggable event store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749808"/>
          </a:xfrm>
          <a:prstGeom prst="roundRect">
            <a:avLst>
              <a:gd name="adj" fmla="val 10976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6596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7C7E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83664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76272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console (SPA), live via WebSocket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6949440" cy="749808"/>
          </a:xfrm>
          <a:prstGeom prst="roundRect">
            <a:avLst>
              <a:gd name="adj" fmla="val 10976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86207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779776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072384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metadata + pluggable event store (SQLite/PG · OpenSearch · ClickHouse)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75304"/>
            <a:ext cx="6949440" cy="749808"/>
          </a:xfrm>
          <a:prstGeom prst="roundRect">
            <a:avLst>
              <a:gd name="adj" fmla="val 10976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758184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D946E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675888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 Analysis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968496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Normalizer → detection engine (rules + signatures + Sigma) → SOAR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471416"/>
            <a:ext cx="6949440" cy="749808"/>
          </a:xfrm>
          <a:prstGeom prst="roundRect">
            <a:avLst>
              <a:gd name="adj" fmla="val 10976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654296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572000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864608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/api/logs — JWT + Pydantic validation; Winlogbeat/Wazuh compatible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367528"/>
            <a:ext cx="6949440" cy="749808"/>
          </a:xfrm>
          <a:prstGeom prst="roundRect">
            <a:avLst>
              <a:gd name="adj" fmla="val 10976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555040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46811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Sources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760720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· Windows Event Log · web/nginx · network devices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55280" y="1783080"/>
            <a:ext cx="3685032" cy="4315968"/>
          </a:xfrm>
          <a:prstGeom prst="roundRect">
            <a:avLst>
              <a:gd name="adj" fmla="val 2233"/>
            </a:avLst>
          </a:prstGeom>
          <a:solidFill>
            <a:srgbClr val="0F172A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275320" y="20116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pipeline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2395728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7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log line to alert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2880360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authenticate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3264408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validate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3648456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normalize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8275320" y="4032504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store (pluggable)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8275320" y="4416552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broadcast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8275320" y="4800600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detect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8275320" y="5184648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respond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8275320" y="562356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brokers required at lab scale — Kafka is the documented scale-up.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7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deliberately compact, minimal-dependency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32888" cy="4206240"/>
          </a:xfrm>
          <a:prstGeom prst="roundRect">
            <a:avLst>
              <a:gd name="adj" fmla="val 3249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7C7E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29968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6974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Python 3.11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546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FastAPI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6118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SQLAlchemy 2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40690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Pydantic v2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45262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 + bcrypt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49834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TOTP (RFC 6238)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54406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AES-256-GCM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01568" y="1783080"/>
            <a:ext cx="2532888" cy="4206240"/>
          </a:xfrm>
          <a:prstGeom prst="roundRect">
            <a:avLst>
              <a:gd name="adj" fmla="val 3249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30168" y="2011680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D946E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3016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087368" y="2029968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26974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8 native rules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31546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140+ threat signatures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36118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Sigma (YAML)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40690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MITRE + Kill Chain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45262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Windows Event parser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49834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Correlation layer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54496" y="1783080"/>
            <a:ext cx="2532888" cy="4206240"/>
          </a:xfrm>
          <a:prstGeom prst="roundRect">
            <a:avLst>
              <a:gd name="adj" fmla="val 3249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83096" y="2011680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F9731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309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940296" y="2029968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510528" y="26974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18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510528" y="31546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TypeScript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510528" y="36118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Vite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510528" y="40690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Router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510528" y="45262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Hand-written CSS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510528" y="49834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Inline SVG charts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107424" y="1783080"/>
            <a:ext cx="2532888" cy="4206240"/>
          </a:xfrm>
          <a:prstGeom prst="roundRect">
            <a:avLst>
              <a:gd name="adj" fmla="val 3249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336024" y="2011680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06B6D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336024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793224" y="2029968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Ops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9363456" y="26974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SQLite / PostgreSQL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9363456" y="31546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OpenSearch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9363456" y="36118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ClickHouse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9363456" y="40690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Docker + Compose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9363456" y="45262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pytest · smoke_test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9363456" y="49834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kali_full_attack.sh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7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DETECTION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rules — data, not code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766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92024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Chain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 Force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7C7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Scan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7C7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T1046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Reconnaissance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B3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After Failures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7C7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Privilege Escalation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7C7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T1548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 on Obj.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Integrity Change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7C7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App Attack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7C7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Stuffing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7C7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T1110.004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Suspicious User-Agent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7C7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T1595.002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Reconnaissance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B3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783080"/>
            <a:ext cx="3913632" cy="4206240"/>
          </a:xfrm>
          <a:prstGeom prst="roundRect">
            <a:avLst>
              <a:gd name="adj" fmla="val 2103"/>
            </a:avLst>
          </a:prstGeom>
          <a:solidFill>
            <a:srgbClr val="0F172A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46720" y="2057400"/>
            <a:ext cx="3273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are DATA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606040"/>
            <a:ext cx="327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Threshold, time-window and severity live in the database.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3429000"/>
            <a:ext cx="3273552" cy="7315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/api/rules/&lt;id&gt;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"threshold": 3 }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4343400"/>
            <a:ext cx="3273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real detection behaviour on the next event — no restart, no code edit.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7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BEYOND THE 8 RULES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Signatures, Sigma, Windows parsing &amp; correlation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2956" cy="1965960"/>
          </a:xfrm>
          <a:prstGeom prst="roundRect">
            <a:avLst>
              <a:gd name="adj" fmla="val 4186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46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140+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signatures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16936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shells, PowerShell abuse, LOLBAS, Mimikatz, ransomware, Log4Shell/ProxyShell/Spring4Shell, web-shells, exfil — MITRE-tagged, web-scoped to avoid false positives.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7356" y="1783080"/>
            <a:ext cx="5362956" cy="1965960"/>
          </a:xfrm>
          <a:prstGeom prst="roundRect">
            <a:avLst>
              <a:gd name="adj" fmla="val 4186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51676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7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Sigma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51676" y="256032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 as config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51676" y="2916936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.yml into sigma_rules/ and it is live on the next analysis. Field modifiers, keyword lists, and and/or/not conditions. No code change.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62956" cy="1965960"/>
          </a:xfrm>
          <a:prstGeom prst="roundRect">
            <a:avLst>
              <a:gd name="adj" fmla="val 4186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251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Windows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0060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 parsing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157216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Event ID, target account, Logon Type. Context-aware: SYSTEM / service accounts are informational, not 'attacks'.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7356" y="4023360"/>
            <a:ext cx="5362956" cy="1965960"/>
          </a:xfrm>
          <a:prstGeom prst="roundRect">
            <a:avLst>
              <a:gd name="adj" fmla="val 4186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51676" y="4251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Correlate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551676" y="480060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counts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51676" y="5157216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failed → successful logons per account — with an honest note that it may be a user who mistyped their password.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7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PREMIUM FEATURE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Log Analysis Report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126480" cy="4206240"/>
          </a:xfrm>
          <a:prstGeom prst="roundRect">
            <a:avLst>
              <a:gd name="adj" fmla="val 1957"/>
            </a:avLst>
          </a:prstGeom>
          <a:solidFill>
            <a:srgbClr val="0F172A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a log file → executive report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Parses text / JSON-lines / CSV (incl. Windows Event CSV)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08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Runs the 8 rules + 140 signatures + Sigma offline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11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MITRE + CWE/OWASP tagged findings with sample events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IOC block, severity timeline, numbered remediation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617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Self-contained HTML report — save-as-PDF ready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120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Gated by an HMAC-signed license (offline verify)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86600" y="1783080"/>
            <a:ext cx="4553712" cy="1298448"/>
          </a:xfrm>
          <a:prstGeom prst="roundRect">
            <a:avLst>
              <a:gd name="adj" fmla="val 6338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60920" y="1984248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386584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· free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86600" y="3246120"/>
            <a:ext cx="4553712" cy="1298448"/>
          </a:xfrm>
          <a:prstGeom prst="roundRect">
            <a:avLst>
              <a:gd name="adj" fmla="val 6338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60920" y="3447288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3849624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never expires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86600" y="4709160"/>
            <a:ext cx="4553712" cy="1298448"/>
          </a:xfrm>
          <a:prstGeom prst="roundRect">
            <a:avLst>
              <a:gd name="adj" fmla="val 6338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60920" y="4910328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5312664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€890 / seat / yr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7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ENTERPRISE SECURITY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MFA, encryption, and production guardrails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2956" cy="1965960"/>
          </a:xfrm>
          <a:prstGeom prst="roundRect">
            <a:avLst>
              <a:gd name="adj" fmla="val 4186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7C7E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75688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48143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(RFC 6238), validated against the official RFC test vectors — interoperable with Google Authenticator / Authy / 1Password. Two-step login + 10 one-time backup codes.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7356" y="1783080"/>
            <a:ext cx="5362956" cy="1965960"/>
          </a:xfrm>
          <a:prstGeom prst="roundRect">
            <a:avLst>
              <a:gd name="adj" fmla="val 4186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1676" y="205740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D946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51676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46036" y="2075688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51676" y="2651760"/>
            <a:ext cx="48143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(authenticated), key via scrypt. MFA secrets + backup-code hashes always encrypted. SQLCipher / TDE documented for the whole log store.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62956" cy="1965960"/>
          </a:xfrm>
          <a:prstGeom prst="roundRect">
            <a:avLst>
              <a:gd name="adj" fmla="val 4186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9768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9731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315968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guardrails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92040"/>
            <a:ext cx="48143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ENV=production refuses to boot with the demo SECRET_KEY, demo admin password, missing encryption key, or wildcard CORS.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7356" y="4023360"/>
            <a:ext cx="5362956" cy="1965960"/>
          </a:xfrm>
          <a:prstGeom prst="roundRect">
            <a:avLst>
              <a:gd name="adj" fmla="val 4186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1676" y="429768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06B6D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51676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46036" y="4315968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51676" y="4892040"/>
            <a:ext cx="48143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800-63B password policy, per-IP rate limiting, CSP/HSTS security headers, append-only audit log, RBAC (admin / analyst).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7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SOAR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Decides and records — and can hand off to real automation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4206240"/>
          </a:xfrm>
          <a:prstGeom prst="roundRect">
            <a:avLst>
              <a:gd name="adj" fmla="val 1957"/>
            </a:avLst>
          </a:prstGeom>
          <a:solidFill>
            <a:srgbClr val="0F172A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design decision, stated plainly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AegisIQ never runs a firewall command on its own — a self-triggering remote changer on a shared lab network is a liability. It records exactly what containment would run, for which alert, and why.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7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v2.4 · Outbound webhook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343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action can POST (HMAC-signed) to Shuffle / Cortex / n8n, where a real playbook runs.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95160" y="1783080"/>
            <a:ext cx="4645152" cy="731520"/>
          </a:xfrm>
          <a:prstGeom prst="roundRect">
            <a:avLst>
              <a:gd name="adj" fmla="val 11250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23760" y="1883664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· login_after_failure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2167128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DISABLE_ACCOUNT + BLOCK_IP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95160" y="2642616"/>
            <a:ext cx="4645152" cy="731520"/>
          </a:xfrm>
          <a:prstGeom prst="roundRect">
            <a:avLst>
              <a:gd name="adj" fmla="val 11250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223760" y="2743200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· privilege_escalation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026664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DISABLE_ACCOUNT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95160" y="3502152"/>
            <a:ext cx="4645152" cy="731520"/>
          </a:xfrm>
          <a:prstGeom prst="roundRect">
            <a:avLst>
              <a:gd name="adj" fmla="val 11250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223760" y="360273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· file_integrity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388620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ISOLATE_ENDPOINT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95160" y="4361688"/>
            <a:ext cx="4645152" cy="731520"/>
          </a:xfrm>
          <a:prstGeom prst="roundRect">
            <a:avLst>
              <a:gd name="adj" fmla="val 11250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223760" y="446227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· brute_force / port_scan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4745736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BLOCK_IP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95160" y="5221224"/>
            <a:ext cx="4645152" cy="731520"/>
          </a:xfrm>
          <a:prstGeom prst="roundRect">
            <a:avLst>
              <a:gd name="adj" fmla="val 11250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223760" y="5321808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· any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5605272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NOTIFY_ANALYST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7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SCALE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Pluggable event store — behind one interface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relational tables (users, rules, alerts, audit) stay transactional. Only the high-volume event stream is pluggable — a config change, not a code change.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453384" cy="2834640"/>
          </a:xfrm>
          <a:prstGeom prst="roundRect">
            <a:avLst>
              <a:gd name="adj" fmla="val 2903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74320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7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SQLAlchemy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· tested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2904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in SQLite / PostgreSQL. Behaviour-preserving — the rule queries moved behind the interface unchanged.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7784" y="2514600"/>
            <a:ext cx="3453384" cy="2834640"/>
          </a:xfrm>
          <a:prstGeom prst="roundRect">
            <a:avLst>
              <a:gd name="adj" fmla="val 2903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42104" y="274320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OpenSearch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42104" y="3200400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LOG_STORE=opensearch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642104" y="3611880"/>
            <a:ext cx="2904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 filters + cardinality aggregations. Search-heavy scale.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6928" y="2514600"/>
            <a:ext cx="3453384" cy="2834640"/>
          </a:xfrm>
          <a:prstGeom prst="roundRect">
            <a:avLst>
              <a:gd name="adj" fmla="val 2903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61248" y="274320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ClickHouse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61248" y="3200400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LOG_STORE=clickhouse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461248" y="3611880"/>
            <a:ext cx="2904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MergeTree ordered for the rule queries. Millions of rows/s.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5321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writes + all detection reads route through the interface, so detection scales onto whichever backend holds the events.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7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VERIFICATION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layers — nothing asserted, everything checked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2956" cy="1965960"/>
          </a:xfrm>
          <a:prstGeom prst="roundRect">
            <a:avLst>
              <a:gd name="adj" fmla="val 4186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02536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86584"/>
            <a:ext cx="48143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integration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52344"/>
            <a:ext cx="4814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RBAC, normalization, ingestion, every rule at threshold, dedup, sub-threshold guard. TOTP validated vs RFC 6238 vectors; AES-GCM round-trip + tamper; Sigma + Windows parsing.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77356" y="1783080"/>
            <a:ext cx="5362956" cy="1965960"/>
          </a:xfrm>
          <a:prstGeom prst="roundRect">
            <a:avLst>
              <a:gd name="adj" fmla="val 4186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51676" y="2002536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smoke_test.py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51676" y="2386584"/>
            <a:ext cx="48143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end-to-end checks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51676" y="2752344"/>
            <a:ext cx="4814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real HTTP API: every rule fires with correct MITRE + Kill Chain, SOAR records containment, premium analysis, and the full MFA enrol→challenge→disable round-trip.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62956" cy="1965960"/>
          </a:xfrm>
          <a:prstGeom prst="roundRect">
            <a:avLst>
              <a:gd name="adj" fmla="val 4186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242816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kali_full_attack.sh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26864"/>
            <a:ext cx="48143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8-phase Kali drill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992624"/>
            <a:ext cx="4814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intrusion against a real Ubuntu target — nmap, hydra, sshpass. Per-phase PASS/FAIL against the live alert stream. Idempotent, re-scores itself.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77356" y="4023360"/>
            <a:ext cx="5362956" cy="1965960"/>
          </a:xfrm>
          <a:prstGeom prst="roundRect">
            <a:avLst>
              <a:gd name="adj" fmla="val 4186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51676" y="4242816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py_compile / build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51676" y="4626864"/>
            <a:ext cx="48143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whole-project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51676" y="4992624"/>
            <a:ext cx="4814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backend module compiles; the frontend builds; the deck and docs stay in sync with the code.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7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LIVE DRILL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phases · Kali → Ubuntu · every rule fires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103120"/>
                <a:gridCol w="2286000"/>
                <a:gridCol w="2834640"/>
                <a:gridCol w="1463040"/>
                <a:gridCol w="185623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Rule fired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MITRE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Reconnaissance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nmap -p 1-500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port_scan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C7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hydra ssh brute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brute_force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C7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ssh (real login)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login_after_failure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C7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Priv. Escalation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/bin/bash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privilege_escalation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C7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T1548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/etc/shadow tamper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file_integrity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C7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Exploitation (web)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SQLi / XSS payloads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web_attack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C7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leak-dump replay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credential_stuffing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C7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T1110.004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Reconnaissance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sqlmap / nikto UA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suspicious_user_agent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C7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T1595.002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time end-to-end ≈ 30 s.  Synthetic fallbacks guarantee every rule fires even on a locked-down target.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7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STANDARDS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Mapped to the frameworks an auditor asks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83864" cy="786384"/>
          </a:xfrm>
          <a:prstGeom prst="roundRect">
            <a:avLst>
              <a:gd name="adj" fmla="val 10465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901952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800-63B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22199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policy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52544" y="1783080"/>
            <a:ext cx="3483864" cy="786384"/>
          </a:xfrm>
          <a:prstGeom prst="roundRect">
            <a:avLst>
              <a:gd name="adj" fmla="val 10465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08576" y="1901952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ASVS 4.0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08576" y="222199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controls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56448" y="1783080"/>
            <a:ext cx="3483864" cy="786384"/>
          </a:xfrm>
          <a:prstGeom prst="roundRect">
            <a:avLst>
              <a:gd name="adj" fmla="val 10465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12480" y="1901952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22199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mitigations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70632"/>
            <a:ext cx="3483864" cy="786384"/>
          </a:xfrm>
          <a:prstGeom prst="roundRect">
            <a:avLst>
              <a:gd name="adj" fmla="val 10465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2889504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Controls v8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20954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52544" y="2770632"/>
            <a:ext cx="3483864" cy="786384"/>
          </a:xfrm>
          <a:prstGeom prst="roundRect">
            <a:avLst>
              <a:gd name="adj" fmla="val 10465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608576" y="2889504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27001:2022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608576" y="320954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56448" y="2770632"/>
            <a:ext cx="3483864" cy="786384"/>
          </a:xfrm>
          <a:prstGeom prst="roundRect">
            <a:avLst>
              <a:gd name="adj" fmla="val 10465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412480" y="2889504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320954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Services Criteria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758184"/>
            <a:ext cx="3483864" cy="786384"/>
          </a:xfrm>
          <a:prstGeom prst="roundRect">
            <a:avLst>
              <a:gd name="adj" fmla="val 10465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04672" y="3877056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4197096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5/15/17/25/30/32/33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52544" y="3758184"/>
            <a:ext cx="3483864" cy="786384"/>
          </a:xfrm>
          <a:prstGeom prst="roundRect">
            <a:avLst>
              <a:gd name="adj" fmla="val 10465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608576" y="3877056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v4.0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608576" y="4197096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8 &amp; 10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56448" y="3758184"/>
            <a:ext cx="3483864" cy="786384"/>
          </a:xfrm>
          <a:prstGeom prst="roundRect">
            <a:avLst>
              <a:gd name="adj" fmla="val 10465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412480" y="3877056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0" y="4197096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§164.312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745736"/>
            <a:ext cx="3483864" cy="786384"/>
          </a:xfrm>
          <a:prstGeom prst="roundRect">
            <a:avLst>
              <a:gd name="adj" fmla="val 10465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04672" y="4864608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198-1 / 180-4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04672" y="518464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/ SHA-256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52544" y="4745736"/>
            <a:ext cx="3483864" cy="786384"/>
          </a:xfrm>
          <a:prstGeom prst="roundRect">
            <a:avLst>
              <a:gd name="adj" fmla="val 10465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4608576" y="4864608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7519 / 6238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608576" y="518464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TOTP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56448" y="4745736"/>
            <a:ext cx="3483864" cy="786384"/>
          </a:xfrm>
          <a:prstGeom prst="roundRect">
            <a:avLst>
              <a:gd name="adj" fmla="val 10465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8412480" y="4864608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800-38D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412480" y="518464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docs/COMPLIANCE.md maps each control to the file that implements it — and names what AegisIQ does NOT claim (no FIPS 140-3 module, no Common Criteria).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7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Measured performance — reproduce with smoke_test.py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32888" cy="2743200"/>
          </a:xfrm>
          <a:prstGeom prst="roundRect">
            <a:avLst>
              <a:gd name="adj" fmla="val 3249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33172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7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0.12 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00400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detection latency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97764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timestamp → alert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01568" y="2011680"/>
            <a:ext cx="2532888" cy="2743200"/>
          </a:xfrm>
          <a:prstGeom prst="roundRect">
            <a:avLst>
              <a:gd name="adj" fmla="val 3249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30168" y="233172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380 MB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3200400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RAM at rest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30168" y="397764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2 GB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54496" y="2011680"/>
            <a:ext cx="2532888" cy="2743200"/>
          </a:xfrm>
          <a:prstGeom prst="roundRect">
            <a:avLst>
              <a:gd name="adj" fmla="val 3249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83096" y="233172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500/s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483096" y="3200400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ingest (SQLite WAL)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83096" y="397764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thousand/s on Postgres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07424" y="2011680"/>
            <a:ext cx="2532888" cy="2743200"/>
          </a:xfrm>
          <a:prstGeom prst="roundRect">
            <a:avLst>
              <a:gd name="adj" fmla="val 3249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336024" y="233172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 / 34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336024" y="3200400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smoke-test checks green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336024" y="397764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rules + security + premium + MFA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metric is measured, not asserted.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7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HONEST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genuine scale-up steps — named, not faked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6596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7C7E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0195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executor plug-in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901952"/>
            <a:ext cx="6656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iptables / LDAP driver consuming the existing PENDING queue with per-target approval.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86207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7C7E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79806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ingest queue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798064"/>
            <a:ext cx="6656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RabbitMQ / Redis Streams between collector and store for zero-loss under overload.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75304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758184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7C7E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69417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On-the-wire collectors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3694176"/>
            <a:ext cx="6656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Syslog (514) listener, NetFlow, and CloudTrail pulls — sources without a sidecar shipper.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471416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654296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7C7E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59028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on the external store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4590288"/>
            <a:ext cx="6656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the log-search UI + dashboard through the LogStore for full backend-agnostic reads.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367528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F5F6FB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555040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7C7EF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48640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UEBA / ML detection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5486400"/>
            <a:ext cx="6656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behavioural-scoring rule module — the dispatcher accepts new rule types with one registry entry.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7C7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7C7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·  github.com/&lt;your-user&gt;/aegisiq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892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·  hub.docker.com/u/&lt;your-user&gt;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303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 http://&lt;host-ip&gt;:5173   (admin / ChangeMe123!)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·  HOW_IT_WORKS · SECURITY · COMPLIANCE · STORAGE · GAP_ANALYSIS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AegisIQ v2.4 · Intelligent Shield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AegisIQ — Intelligent Shield</dc:title>
  <dc:subject>PptxGenJS Presentation</dc:subject>
  <dc:creator>AegisIQ</dc:creator>
  <cp:lastModifiedBy>AegisIQ</cp:lastModifiedBy>
  <cp:revision>1</cp:revision>
  <dcterms:created xsi:type="dcterms:W3CDTF">2026-09-03T11:57:21Z</dcterms:created>
  <dcterms:modified xsi:type="dcterms:W3CDTF">2026-09-03T11:57:21Z</dcterms:modified>
</cp:coreProperties>
</file>